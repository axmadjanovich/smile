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Credit Risk Detection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Feature Engineering + Regression Model</a:t>
            </a:r>
          </a:p>
          <a:p>
            <a:r>
              <a:t>Team: Sanjar &amp; 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Maqsad: mijozning kreditni qaytara olmaslik ehtimolini aniqlash</a:t>
            </a:r>
          </a:p>
          <a:p>
            <a:pPr lvl="1"/>
            <a:r>
              <a:t>• Ma’lumotlar: mijoz profil ma’lumotlari, tranzaksiyalar, toʻlov tarixi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Understanding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Missing values aniqlash</a:t>
            </a:r>
          </a:p>
          <a:p>
            <a:pPr lvl="1"/>
            <a:r>
              <a:t>• Outlier analysis</a:t>
            </a:r>
          </a:p>
          <a:p>
            <a:pPr lvl="1"/>
            <a:r>
              <a:t>• Disbalance detection (Default vs Non-default)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Numeric feature scaling</a:t>
            </a:r>
          </a:p>
          <a:p>
            <a:pPr lvl="1"/>
            <a:r>
              <a:t>• Categorical encoding (One-Hot / Target Encoding)</a:t>
            </a:r>
          </a:p>
          <a:p>
            <a:pPr lvl="1"/>
            <a:r>
              <a:t>• Credit history aggregation (avg delay, max overdue)</a:t>
            </a:r>
          </a:p>
          <a:p>
            <a:pPr lvl="1"/>
            <a:r>
              <a:t>• Income-to-loan ratio, utilization ratio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Selection: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Logistic Regression as baseline model</a:t>
            </a:r>
          </a:p>
          <a:p>
            <a:pPr lvl="1"/>
            <a:r>
              <a:t>• Interpretable, fast, baseline performance</a:t>
            </a:r>
          </a:p>
          <a:p>
            <a:pPr lvl="1"/>
            <a:r>
              <a:t>• Feature importance &amp; coefficients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ROC-AUC</a:t>
            </a:r>
          </a:p>
          <a:p>
            <a:pPr lvl="1"/>
            <a:r>
              <a:t>• Precision/Recall</a:t>
            </a:r>
          </a:p>
          <a:p>
            <a:pPr lvl="1"/>
            <a:r>
              <a:t>• Confusion Matrix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Data cleaning → Feature engineering → Regression → Evaluation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Regression modeli baseline sifatida ishlatildi</a:t>
            </a:r>
          </a:p>
          <a:p>
            <a:pPr lvl="1"/>
            <a:r>
              <a:t>• Kuchli feature engineering orqali yaxshilangan aniqlik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