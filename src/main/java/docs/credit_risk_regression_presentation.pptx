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 Risk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Feature Engineering + Regression Model</a:t>
            </a:r>
          </a:p>
          <a:p>
            <a:r>
              <a:rPr dirty="0" smtClean="0"/>
              <a:t>Team</a:t>
            </a:r>
            <a:r>
              <a:rPr lang="en-US" dirty="0" smtClean="0"/>
              <a:t>: Experiment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Maqsad: mijozning kreditni qaytara olmaslik ehtimolini aniqlash</a:t>
            </a:r>
          </a:p>
          <a:p>
            <a:pPr lvl="1"/>
            <a:r>
              <a:t>• Ma’lumotlar: mijoz profil ma’lumotlari, tranzaksiyalar, toʻlov tarixi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values aniqlash</a:t>
            </a:r>
          </a:p>
          <a:p>
            <a:pPr lvl="1"/>
            <a:r>
              <a:t>• Outlier analysis</a:t>
            </a:r>
          </a:p>
          <a:p>
            <a:pPr lvl="1"/>
            <a:r>
              <a:t>• Disbalance detection (Default vs Non-default)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Numeric feature scaling</a:t>
            </a:r>
          </a:p>
          <a:p>
            <a:pPr lvl="1"/>
            <a:r>
              <a:t>• Categorical encoding (One-Hot / Target Encoding)</a:t>
            </a:r>
          </a:p>
          <a:p>
            <a:pPr lvl="1"/>
            <a:r>
              <a:t>• Credit history aggregation (avg delay, max overdue)</a:t>
            </a:r>
          </a:p>
          <a:p>
            <a:pPr lvl="1"/>
            <a:r>
              <a:t>• Income-to-loan ratio, utilization ratio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Selection: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 as baseline model</a:t>
            </a:r>
          </a:p>
          <a:p>
            <a:pPr lvl="1"/>
            <a:r>
              <a:t>• Interpretable, fast, baseline performance</a:t>
            </a:r>
          </a:p>
          <a:p>
            <a:pPr lvl="1"/>
            <a:r>
              <a:t>• Feature importance &amp; coefficients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ROC-AUC</a:t>
            </a:r>
          </a:p>
          <a:p>
            <a:pPr lvl="1"/>
            <a:r>
              <a:t>• Precision/Recall</a:t>
            </a:r>
          </a:p>
          <a:p>
            <a:pPr lvl="1"/>
            <a:r>
              <a:t>• Confusion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 → Feature engineering → Regression →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Regression modeli baseline sifatida ishlatildi</a:t>
            </a:r>
          </a:p>
          <a:p>
            <a:pPr lvl="1"/>
            <a:r>
              <a:t>• Kuchli feature engineering orqali yaxshilangan aniqlik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139</Words>
  <Application>Microsoft Office PowerPoint</Application>
  <PresentationFormat>Экран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Credit Risk Detection</vt:lpstr>
      <vt:lpstr>Problem Definition</vt:lpstr>
      <vt:lpstr>Data Understanding</vt:lpstr>
      <vt:lpstr>Feature Engineering</vt:lpstr>
      <vt:lpstr>Model Selection: Regression</vt:lpstr>
      <vt:lpstr>Evaluation Metrics</vt:lpstr>
      <vt:lpstr>ML Pipeline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Detection</dc:title>
  <dc:subject/>
  <dc:creator/>
  <cp:keywords/>
  <dc:description>generated using python-pptx</dc:description>
  <cp:lastModifiedBy>nitro</cp:lastModifiedBy>
  <cp:revision>2</cp:revision>
  <dcterms:created xsi:type="dcterms:W3CDTF">2013-01-27T09:14:16Z</dcterms:created>
  <dcterms:modified xsi:type="dcterms:W3CDTF">2025-11-16T05:32:21Z</dcterms:modified>
  <cp:category/>
</cp:coreProperties>
</file>